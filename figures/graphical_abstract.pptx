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C3CBA-004D-47BA-A12E-1DDA888AD7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711C93-0C1D-444F-8EDA-C591389C7F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126CB-25BC-46BD-A459-AC9741710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4BEE-DC60-44EC-936E-4B7CDB576B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99E70-2D1A-4D7F-9E60-B59C6E6F4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D46C6-9E8B-4CB5-A6B9-C8C4B6416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9F928-A5AE-4BBE-92F3-261B45DEB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55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39398-1502-4814-B53C-E90FF957E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23971-6FA0-4EF7-BAB9-3B1B9374F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1B527-91AC-4773-B91C-23A839CE0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4BEE-DC60-44EC-936E-4B7CDB576B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CA381-336D-48BC-BA27-BE211B022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CE278-E6A2-4D3D-9AB3-6752DEA0A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9F928-A5AE-4BBE-92F3-261B45DEB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421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B4BEB-1770-4BD3-B9B5-5C8525782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CB7DAD-78CB-47C3-BFBE-EA65171CA1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498FC-3DCA-4D58-B419-41B7A3CB8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4BEE-DC60-44EC-936E-4B7CDB576B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276DE-1308-4E37-8327-EF08865A5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8AA2-D48A-4EA5-ADBF-16C1AF838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9F928-A5AE-4BBE-92F3-261B45DEB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36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6181A-279C-484D-A197-F9D9349B2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D488E-B9AC-47BD-B545-7F34485268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1F4B69-6A8F-4492-8516-AB622FEEC5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512C28-308C-4A60-B4F0-1870117EA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4BEE-DC60-44EC-936E-4B7CDB576B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CC795-CF86-4C07-B644-9899C6017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E8E626-8BDF-4225-80A2-403C05DF2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9F928-A5AE-4BBE-92F3-261B45DEB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531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CA999-BD5D-4926-B4ED-DB7A26B45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4A532-FAA6-4118-BCB6-FD7F6364F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53BA41-04B2-49DA-9322-178689C9BB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8E6C76-DDF5-47D0-9020-E3E1753971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771333-A090-412F-8792-AABBF1D184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117307-8AE6-45FD-9FF4-4470C8C5C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4BEE-DC60-44EC-936E-4B7CDB576B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32E2D2-ABE2-4EF4-A558-CEE2361BE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405AF5-54ED-4E61-B841-A1A7C4A97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9F928-A5AE-4BBE-92F3-261B45DEB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056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034ED-77F7-4CE1-9637-A8999BEE5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AE00BC-4FF0-4C07-A41B-1E3DA0B1F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4BEE-DC60-44EC-936E-4B7CDB576B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985A81-C31E-468E-B768-B39A755D5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91CEC4-A359-4B03-9BD5-180380C99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9F928-A5AE-4BBE-92F3-261B45DEB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101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218B7-8493-4ECE-8015-EE69C36AD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4BEE-DC60-44EC-936E-4B7CDB576B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1BB815-70CE-4F6F-AD70-1E7C878AA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E09B0-5A85-4FEA-968B-7D3324840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9F928-A5AE-4BBE-92F3-261B45DEB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614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3F8D9-90F4-4EAE-AED5-C839BBE40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84CE4-CE9B-413E-8549-172B82A6E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55EA3D-E272-4815-89E7-F18350B8BC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B6DAB5-6C71-4A66-8A3B-6A01846BC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4BEE-DC60-44EC-936E-4B7CDB576B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30415E-DBD2-4F72-BCC9-0145C3F50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4C118-3D0D-4DF6-88B9-09E359D78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9F928-A5AE-4BBE-92F3-261B45DEB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969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C0137-A4DB-4B2C-B9A1-ADEA55B47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B100A2-473A-46FF-B368-E810DBF468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989A47-B4E1-49EE-ADE5-D91ACB739C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5BFB56-18B8-4D59-9F75-97F1377AE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4BEE-DC60-44EC-936E-4B7CDB576B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A61924-7FAF-4095-A2DD-1FEC24121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F36FB-838B-4936-8D00-59A76C837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9F928-A5AE-4BBE-92F3-261B45DEB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710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973DF-9DC0-4695-98D0-27E3ED8C0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5AD900-CAD7-45B9-B882-0B043D236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D169F-FD6E-4085-957D-B2A41549D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4BEE-DC60-44EC-936E-4B7CDB576B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D8A22-0A8D-4D08-B320-0FC79DED1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C128C-0A8E-4B66-B412-337BE6688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9F928-A5AE-4BBE-92F3-261B45DEB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864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A8822E-8434-4973-95F9-6CA5B8F2AB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BDFD6F-19F2-45C2-B42D-7B92CCEAD2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5046E-3578-4FCB-9E89-3BB96B370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4BEE-DC60-44EC-936E-4B7CDB576B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44C7B-E27C-418B-A21E-283B7745F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BD5D5-EFF7-4612-8B7E-FA5796143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9F928-A5AE-4BBE-92F3-261B45DEB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436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AAC550-1F2E-4EB9-983F-FD20E49E6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9AA040-D127-43A0-A57E-42909C154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057B7-57E8-49C3-8DF0-34BE5E4F78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504BEE-DC60-44EC-936E-4B7CDB576B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3A919-ACFE-4867-912C-418A961069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F28CE-DE41-4FBF-BEB9-299A4A833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9F928-A5AE-4BBE-92F3-261B45DEB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758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DA8A3F8-FA1F-47F6-8B00-4B027156D31A}"/>
              </a:ext>
            </a:extLst>
          </p:cNvPr>
          <p:cNvGrpSpPr/>
          <p:nvPr/>
        </p:nvGrpSpPr>
        <p:grpSpPr>
          <a:xfrm>
            <a:off x="7817687" y="4655084"/>
            <a:ext cx="3040921" cy="1761014"/>
            <a:chOff x="7804528" y="4611063"/>
            <a:chExt cx="3040921" cy="176101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A8C48DA-0098-4903-A88E-83C5C429C1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501" r="3501"/>
            <a:stretch/>
          </p:blipFill>
          <p:spPr>
            <a:xfrm>
              <a:off x="8033287" y="4611063"/>
              <a:ext cx="2812162" cy="1511948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DC47C52-D715-44ED-A916-0FBF36F28C91}"/>
                </a:ext>
              </a:extLst>
            </p:cNvPr>
            <p:cNvSpPr txBox="1"/>
            <p:nvPr/>
          </p:nvSpPr>
          <p:spPr>
            <a:xfrm>
              <a:off x="8516364" y="6095078"/>
              <a:ext cx="1880821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Days after emergence 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7570668-EE56-4619-8550-0BDE530511AF}"/>
                </a:ext>
              </a:extLst>
            </p:cNvPr>
            <p:cNvSpPr txBox="1"/>
            <p:nvPr/>
          </p:nvSpPr>
          <p:spPr>
            <a:xfrm rot="16200000">
              <a:off x="7188647" y="5251646"/>
              <a:ext cx="1508761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Cum. </a:t>
              </a:r>
              <a:r>
                <a:rPr lang="en-US" sz="1200" dirty="0" err="1">
                  <a:latin typeface="Cambria Math" panose="02040503050406030204" pitchFamily="18" charset="0"/>
                  <a:ea typeface="Cambria Math" panose="02040503050406030204" pitchFamily="18" charset="0"/>
                </a:rPr>
                <a:t>aPAR</a:t>
              </a:r>
              <a:r>
                <a:rPr lang="en-US" sz="1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 (MJ/m</a:t>
              </a:r>
              <a:r>
                <a:rPr lang="fr-FR" sz="1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²</a:t>
              </a:r>
              <a:r>
                <a:rPr lang="en-US" sz="1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) </a:t>
              </a:r>
            </a:p>
          </p:txBody>
        </p:sp>
      </p:grpSp>
      <p:sp>
        <p:nvSpPr>
          <p:cNvPr id="8" name="Right Brace 7">
            <a:extLst>
              <a:ext uri="{FF2B5EF4-FFF2-40B4-BE49-F238E27FC236}">
                <a16:creationId xmlns:a16="http://schemas.microsoft.com/office/drawing/2014/main" id="{7EE8F4F1-204F-4BAD-A0BF-F1F1C7F2AB99}"/>
              </a:ext>
            </a:extLst>
          </p:cNvPr>
          <p:cNvSpPr/>
          <p:nvPr/>
        </p:nvSpPr>
        <p:spPr>
          <a:xfrm>
            <a:off x="10580736" y="4865560"/>
            <a:ext cx="98464" cy="285750"/>
          </a:xfrm>
          <a:prstGeom prst="rightBrace">
            <a:avLst>
              <a:gd name="adj1" fmla="val 56207"/>
              <a:gd name="adj2" fmla="val 50000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10C03B5-CF2F-4922-9C43-9C49F8325390}"/>
                  </a:ext>
                </a:extLst>
              </p:cNvPr>
              <p:cNvSpPr txBox="1"/>
              <p:nvPr/>
            </p:nvSpPr>
            <p:spPr>
              <a:xfrm>
                <a:off x="10664099" y="4823769"/>
                <a:ext cx="5745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27%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10C03B5-CF2F-4922-9C43-9C49F83253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4099" y="4823769"/>
                <a:ext cx="574587" cy="369332"/>
              </a:xfrm>
              <a:prstGeom prst="rect">
                <a:avLst/>
              </a:prstGeom>
              <a:blipFill>
                <a:blip r:embed="rId3"/>
                <a:stretch>
                  <a:fillRect r="-1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4F88304-E090-4482-8F11-F4DB0233301F}"/>
              </a:ext>
            </a:extLst>
          </p:cNvPr>
          <p:cNvSpPr/>
          <p:nvPr/>
        </p:nvSpPr>
        <p:spPr>
          <a:xfrm>
            <a:off x="7793862" y="1983953"/>
            <a:ext cx="2056456" cy="556428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D518B0F4-C420-448D-8643-08389865D836}"/>
              </a:ext>
            </a:extLst>
          </p:cNvPr>
          <p:cNvSpPr/>
          <p:nvPr/>
        </p:nvSpPr>
        <p:spPr>
          <a:xfrm rot="18827918">
            <a:off x="6961626" y="2963565"/>
            <a:ext cx="3486412" cy="3230831"/>
          </a:xfrm>
          <a:prstGeom prst="arc">
            <a:avLst>
              <a:gd name="adj1" fmla="val 16200000"/>
              <a:gd name="adj2" fmla="val 195293"/>
            </a:avLst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aseline="30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303F74-7D90-487A-8D86-3921BDADCA5D}"/>
              </a:ext>
            </a:extLst>
          </p:cNvPr>
          <p:cNvSpPr txBox="1"/>
          <p:nvPr/>
        </p:nvSpPr>
        <p:spPr>
          <a:xfrm>
            <a:off x="7937295" y="2102209"/>
            <a:ext cx="1757363" cy="338554"/>
          </a:xfrm>
          <a:prstGeom prst="rect">
            <a:avLst/>
          </a:prstGeom>
          <a:solidFill>
            <a:srgbClr val="FFFFFF">
              <a:alpha val="30980"/>
            </a:srgbClr>
          </a:solidFill>
        </p:spPr>
        <p:txBody>
          <a:bodyPr wrap="square" rtlCol="0">
            <a:spAutoFit/>
          </a:bodyPr>
          <a:lstStyle/>
          <a:p>
            <a:r>
              <a:rPr lang="fr-FR" sz="1600" b="1" dirty="0" err="1">
                <a:latin typeface="Arial"/>
              </a:rPr>
              <a:t>Radiosity</a:t>
            </a:r>
            <a:r>
              <a:rPr lang="fr-FR" sz="1600" b="1" dirty="0">
                <a:latin typeface="Arial"/>
              </a:rPr>
              <a:t> model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A130C6C-C806-467E-8B3B-001380CDA0C0}"/>
              </a:ext>
            </a:extLst>
          </p:cNvPr>
          <p:cNvSpPr/>
          <p:nvPr/>
        </p:nvSpPr>
        <p:spPr>
          <a:xfrm>
            <a:off x="3336406" y="1983910"/>
            <a:ext cx="2296637" cy="583320"/>
          </a:xfrm>
          <a:prstGeom prst="roundRect">
            <a:avLst/>
          </a:prstGeom>
          <a:solidFill>
            <a:srgbClr val="FABF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03523B3-882C-4996-83E3-E8C1CDF7430B}"/>
              </a:ext>
            </a:extLst>
          </p:cNvPr>
          <p:cNvSpPr/>
          <p:nvPr/>
        </p:nvSpPr>
        <p:spPr>
          <a:xfrm>
            <a:off x="1715123" y="1482544"/>
            <a:ext cx="2134448" cy="1200329"/>
          </a:xfrm>
          <a:prstGeom prst="ellipse">
            <a:avLst/>
          </a:prstGeom>
          <a:solidFill>
            <a:srgbClr val="FABF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Crop</a:t>
            </a:r>
            <a:r>
              <a:rPr lang="fr-F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model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E6AA389-8E1D-4011-ADF9-56E91D78A639}"/>
              </a:ext>
            </a:extLst>
          </p:cNvPr>
          <p:cNvSpPr/>
          <p:nvPr/>
        </p:nvSpPr>
        <p:spPr>
          <a:xfrm>
            <a:off x="3027756" y="4595755"/>
            <a:ext cx="1973064" cy="1139188"/>
          </a:xfrm>
          <a:prstGeom prst="roundRect">
            <a:avLst/>
          </a:prstGeom>
          <a:solidFill>
            <a:srgbClr val="B2D8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Architectural &amp; </a:t>
            </a:r>
            <a:r>
              <a:rPr lang="fr-F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</a:t>
            </a:r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parameters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4BA600E-4D59-40E6-A3BC-7C0FFD7E21C4}"/>
              </a:ext>
            </a:extLst>
          </p:cNvPr>
          <p:cNvSpPr/>
          <p:nvPr/>
        </p:nvSpPr>
        <p:spPr>
          <a:xfrm>
            <a:off x="5218277" y="4167490"/>
            <a:ext cx="1840411" cy="774197"/>
          </a:xfrm>
          <a:prstGeom prst="ellipse">
            <a:avLst/>
          </a:prstGeom>
          <a:solidFill>
            <a:srgbClr val="B2D8B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ArchiCrop</a:t>
            </a:r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733557-BF75-4EB7-B6F7-240B487DBE73}"/>
              </a:ext>
            </a:extLst>
          </p:cNvPr>
          <p:cNvSpPr txBox="1"/>
          <p:nvPr/>
        </p:nvSpPr>
        <p:spPr>
          <a:xfrm>
            <a:off x="3536280" y="2103559"/>
            <a:ext cx="1923366" cy="338554"/>
          </a:xfrm>
          <a:prstGeom prst="rect">
            <a:avLst/>
          </a:prstGeom>
          <a:solidFill>
            <a:srgbClr val="FFFFFF">
              <a:alpha val="30980"/>
            </a:srgbClr>
          </a:solidFill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Arial"/>
              </a:rPr>
              <a:t>Beer Lambert </a:t>
            </a:r>
            <a:r>
              <a:rPr lang="fr-FR" sz="1600" b="1" dirty="0" err="1">
                <a:latin typeface="Arial"/>
              </a:rPr>
              <a:t>law</a:t>
            </a:r>
            <a:endParaRPr lang="en-US" sz="1300" i="1" dirty="0">
              <a:solidFill>
                <a:schemeClr val="tx1">
                  <a:lumMod val="65000"/>
                  <a:lumOff val="35000"/>
                </a:schemeClr>
              </a:solidFill>
              <a:latin typeface="Arial"/>
            </a:endParaRPr>
          </a:p>
        </p:txBody>
      </p:sp>
      <p:sp>
        <p:nvSpPr>
          <p:cNvPr id="18" name="Sun 17">
            <a:extLst>
              <a:ext uri="{FF2B5EF4-FFF2-40B4-BE49-F238E27FC236}">
                <a16:creationId xmlns:a16="http://schemas.microsoft.com/office/drawing/2014/main" id="{C79DC9F2-EE56-4865-A54B-FBA786304C80}"/>
              </a:ext>
            </a:extLst>
          </p:cNvPr>
          <p:cNvSpPr/>
          <p:nvPr/>
        </p:nvSpPr>
        <p:spPr>
          <a:xfrm>
            <a:off x="8777829" y="2654722"/>
            <a:ext cx="635736" cy="554439"/>
          </a:xfrm>
          <a:prstGeom prst="su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BCF104-3306-4235-88FB-B11E22AFD19E}"/>
              </a:ext>
            </a:extLst>
          </p:cNvPr>
          <p:cNvSpPr txBox="1"/>
          <p:nvPr/>
        </p:nvSpPr>
        <p:spPr>
          <a:xfrm>
            <a:off x="4969297" y="6015329"/>
            <a:ext cx="2643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/>
              <a:t>Compute 3D+t </a:t>
            </a:r>
            <a:r>
              <a:rPr lang="en-US" b="1" dirty="0"/>
              <a:t>scenes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DE9A1E-E3DD-4CEB-9165-DC20B74A9F44}"/>
              </a:ext>
            </a:extLst>
          </p:cNvPr>
          <p:cNvGrpSpPr/>
          <p:nvPr/>
        </p:nvGrpSpPr>
        <p:grpSpPr>
          <a:xfrm>
            <a:off x="1542581" y="2498955"/>
            <a:ext cx="2484229" cy="2090769"/>
            <a:chOff x="1536409" y="3987478"/>
            <a:chExt cx="2232335" cy="1878771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EB362F84-294A-4944-A2A9-69182F3A3CC7}"/>
                </a:ext>
              </a:extLst>
            </p:cNvPr>
            <p:cNvSpPr/>
            <p:nvPr/>
          </p:nvSpPr>
          <p:spPr>
            <a:xfrm>
              <a:off x="1536409" y="3987478"/>
              <a:ext cx="2232335" cy="1878771"/>
            </a:xfrm>
            <a:prstGeom prst="roundRect">
              <a:avLst/>
            </a:prstGeom>
            <a:solidFill>
              <a:srgbClr val="FABF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87F63E1-F788-4048-94CF-21A4774E378A}"/>
                </a:ext>
              </a:extLst>
            </p:cNvPr>
            <p:cNvSpPr txBox="1"/>
            <p:nvPr/>
          </p:nvSpPr>
          <p:spPr>
            <a:xfrm>
              <a:off x="1690440" y="4098486"/>
              <a:ext cx="1989261" cy="3318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dirty="0" err="1">
                  <a:latin typeface="Arial" panose="020B0604020202020204" pitchFamily="34" charset="0"/>
                  <a:cs typeface="Arial" panose="020B0604020202020204" pitchFamily="34" charset="0"/>
                </a:rPr>
                <a:t>Growth</a:t>
              </a:r>
              <a:r>
                <a:rPr lang="fr-FR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fr-FR" dirty="0" err="1">
                  <a:latin typeface="Arial" panose="020B0604020202020204" pitchFamily="34" charset="0"/>
                  <a:cs typeface="Arial" panose="020B0604020202020204" pitchFamily="34" charset="0"/>
                </a:rPr>
                <a:t>dynamics</a:t>
              </a:r>
              <a:endParaRPr lang="fr-FR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32217CF-1EBD-43FB-8F0C-D01722D79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1716460" y="4484372"/>
              <a:ext cx="1861647" cy="1241098"/>
            </a:xfrm>
            <a:prstGeom prst="rect">
              <a:avLst/>
            </a:prstGeom>
          </p:spPr>
        </p:pic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6B1B3FB-87A6-4FC3-8867-A7AD227EE455}"/>
              </a:ext>
            </a:extLst>
          </p:cNvPr>
          <p:cNvCxnSpPr>
            <a:cxnSpLocks/>
          </p:cNvCxnSpPr>
          <p:nvPr/>
        </p:nvCxnSpPr>
        <p:spPr>
          <a:xfrm>
            <a:off x="4179323" y="4554589"/>
            <a:ext cx="1038954" cy="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Cross 24">
            <a:extLst>
              <a:ext uri="{FF2B5EF4-FFF2-40B4-BE49-F238E27FC236}">
                <a16:creationId xmlns:a16="http://schemas.microsoft.com/office/drawing/2014/main" id="{99D2FE94-32D9-46FF-BF0C-A53B66F6B1D6}"/>
              </a:ext>
            </a:extLst>
          </p:cNvPr>
          <p:cNvSpPr/>
          <p:nvPr/>
        </p:nvSpPr>
        <p:spPr>
          <a:xfrm>
            <a:off x="3871274" y="4418142"/>
            <a:ext cx="286029" cy="284996"/>
          </a:xfrm>
          <a:prstGeom prst="plus">
            <a:avLst>
              <a:gd name="adj" fmla="val 34463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53C3B32-5ED4-406B-AD0B-C476F90A9A5E}"/>
              </a:ext>
            </a:extLst>
          </p:cNvPr>
          <p:cNvCxnSpPr>
            <a:cxnSpLocks/>
          </p:cNvCxnSpPr>
          <p:nvPr/>
        </p:nvCxnSpPr>
        <p:spPr>
          <a:xfrm>
            <a:off x="7058688" y="4554589"/>
            <a:ext cx="73517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7" name="Graphic 26">
            <a:extLst>
              <a:ext uri="{FF2B5EF4-FFF2-40B4-BE49-F238E27FC236}">
                <a16:creationId xmlns:a16="http://schemas.microsoft.com/office/drawing/2014/main" id="{428A546E-6F04-4D73-B25F-6DDBFEA190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2353" y="3855133"/>
            <a:ext cx="831549" cy="64378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F86F9C9B-BAB4-452F-87BA-B5E7474C45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01063" y="1662020"/>
            <a:ext cx="831549" cy="6437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89A5396-F2A7-4EBD-9C5E-68D18CB1111E}"/>
                  </a:ext>
                </a:extLst>
              </p:cNvPr>
              <p:cNvSpPr txBox="1"/>
              <p:nvPr/>
            </p:nvSpPr>
            <p:spPr>
              <a:xfrm>
                <a:off x="5633043" y="2330009"/>
                <a:ext cx="216081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/>
                  <a:t>Assess extinction coefficient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b="1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89A5396-F2A7-4EBD-9C5E-68D18CB11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3043" y="2330009"/>
                <a:ext cx="2160819" cy="646331"/>
              </a:xfrm>
              <a:prstGeom prst="rect">
                <a:avLst/>
              </a:prstGeom>
              <a:blipFill>
                <a:blip r:embed="rId7"/>
                <a:stretch>
                  <a:fillRect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E69D43B-144F-4753-97BE-5E4511AAB6B2}"/>
              </a:ext>
            </a:extLst>
          </p:cNvPr>
          <p:cNvCxnSpPr>
            <a:cxnSpLocks/>
            <a:stCxn id="17" idx="3"/>
            <a:endCxn id="12" idx="1"/>
          </p:cNvCxnSpPr>
          <p:nvPr/>
        </p:nvCxnSpPr>
        <p:spPr>
          <a:xfrm flipV="1">
            <a:off x="5459646" y="2271486"/>
            <a:ext cx="2477649" cy="1350"/>
          </a:xfrm>
          <a:prstGeom prst="straightConnector1">
            <a:avLst/>
          </a:prstGeom>
          <a:ln w="76200">
            <a:prstDash val="sysDot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09625E82-B707-4DE3-9593-61EF7A01197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956" y="1747692"/>
            <a:ext cx="870700" cy="670031"/>
          </a:xfrm>
          <a:prstGeom prst="rect">
            <a:avLst/>
          </a:prstGeom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40F333E-6FC3-4803-BA61-506B32C5B149}"/>
              </a:ext>
            </a:extLst>
          </p:cNvPr>
          <p:cNvSpPr/>
          <p:nvPr/>
        </p:nvSpPr>
        <p:spPr>
          <a:xfrm>
            <a:off x="2100088" y="548260"/>
            <a:ext cx="1371600" cy="492096"/>
          </a:xfrm>
          <a:prstGeom prst="roundRect">
            <a:avLst>
              <a:gd name="adj" fmla="val 50000"/>
            </a:avLst>
          </a:prstGeom>
          <a:solidFill>
            <a:srgbClr val="FABF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Field data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24DF331-44B1-4C82-8CDB-4D82C0CA7D79}"/>
              </a:ext>
            </a:extLst>
          </p:cNvPr>
          <p:cNvCxnSpPr>
            <a:cxnSpLocks/>
            <a:stCxn id="32" idx="2"/>
            <a:endCxn id="14" idx="0"/>
          </p:cNvCxnSpPr>
          <p:nvPr/>
        </p:nvCxnSpPr>
        <p:spPr>
          <a:xfrm flipH="1">
            <a:off x="2782347" y="1040356"/>
            <a:ext cx="3541" cy="44218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DF9B117-0A69-4186-B0CD-7375A14620AF}"/>
              </a:ext>
            </a:extLst>
          </p:cNvPr>
          <p:cNvSpPr/>
          <p:nvPr/>
        </p:nvSpPr>
        <p:spPr>
          <a:xfrm>
            <a:off x="782670" y="4830334"/>
            <a:ext cx="1745224" cy="670031"/>
          </a:xfrm>
          <a:prstGeom prst="roundRect">
            <a:avLst>
              <a:gd name="adj" fmla="val 50000"/>
            </a:avLst>
          </a:prstGeom>
          <a:solidFill>
            <a:srgbClr val="B2D8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Botanical knowledge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C35C5B0-EB54-453E-9CBD-98442C6C9232}"/>
              </a:ext>
            </a:extLst>
          </p:cNvPr>
          <p:cNvCxnSpPr>
            <a:cxnSpLocks/>
            <a:stCxn id="34" idx="3"/>
            <a:endCxn id="15" idx="1"/>
          </p:cNvCxnSpPr>
          <p:nvPr/>
        </p:nvCxnSpPr>
        <p:spPr>
          <a:xfrm flipV="1">
            <a:off x="2527894" y="5165349"/>
            <a:ext cx="499862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BB1C4824-7E5B-42EE-96DC-72EA8CFC9314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9489" y="4951947"/>
            <a:ext cx="3346599" cy="1056821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7FD69BB4-14B7-4E8A-986F-504E80378F8F}"/>
              </a:ext>
            </a:extLst>
          </p:cNvPr>
          <p:cNvSpPr/>
          <p:nvPr/>
        </p:nvSpPr>
        <p:spPr>
          <a:xfrm>
            <a:off x="713194" y="2629682"/>
            <a:ext cx="468922" cy="451988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6BB4726-B514-4673-BD88-F8F38AD21FEB}"/>
              </a:ext>
            </a:extLst>
          </p:cNvPr>
          <p:cNvSpPr/>
          <p:nvPr/>
        </p:nvSpPr>
        <p:spPr>
          <a:xfrm>
            <a:off x="4464339" y="5974001"/>
            <a:ext cx="468922" cy="451988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83A5FDD-95CF-4576-B809-38DF94492B34}"/>
              </a:ext>
            </a:extLst>
          </p:cNvPr>
          <p:cNvSpPr/>
          <p:nvPr/>
        </p:nvSpPr>
        <p:spPr>
          <a:xfrm>
            <a:off x="10724488" y="2664882"/>
            <a:ext cx="468922" cy="451988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3CF0CE1-A8E0-4730-966C-C760D081655B}"/>
              </a:ext>
            </a:extLst>
          </p:cNvPr>
          <p:cNvSpPr/>
          <p:nvPr/>
        </p:nvSpPr>
        <p:spPr>
          <a:xfrm>
            <a:off x="6481013" y="3042367"/>
            <a:ext cx="468922" cy="451988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1D59D6-59DA-49C2-AA53-916733CAFC43}"/>
              </a:ext>
            </a:extLst>
          </p:cNvPr>
          <p:cNvSpPr txBox="1"/>
          <p:nvPr/>
        </p:nvSpPr>
        <p:spPr>
          <a:xfrm>
            <a:off x="325010" y="3219145"/>
            <a:ext cx="12435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/>
              <a:t>Compute </a:t>
            </a:r>
            <a:r>
              <a:rPr lang="en-US" b="1" dirty="0"/>
              <a:t>LAI and height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2F05F48-FE8F-448C-B5F1-0CC8F84365AE}"/>
              </a:ext>
            </a:extLst>
          </p:cNvPr>
          <p:cNvSpPr txBox="1"/>
          <p:nvPr/>
        </p:nvSpPr>
        <p:spPr>
          <a:xfrm>
            <a:off x="10050908" y="3219145"/>
            <a:ext cx="18160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spcAft>
                <a:spcPts val="600"/>
              </a:spcAft>
            </a:pPr>
            <a:r>
              <a:rPr lang="en-US" b="1" dirty="0"/>
              <a:t>Compute light intercepted from 3D+t scenes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7D52E6E6-5268-4CFB-90D0-7C15F73DEBB5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424980">
            <a:off x="7095397" y="2885469"/>
            <a:ext cx="3403104" cy="2623575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A3B17913-39A8-4B34-90A1-4B6E7FE73AAD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05"/>
          <a:stretch/>
        </p:blipFill>
        <p:spPr>
          <a:xfrm>
            <a:off x="7112315" y="467708"/>
            <a:ext cx="697841" cy="152400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8DF50DA-D03F-4244-A7C4-F3377FD5ECB1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5340" y="1214476"/>
            <a:ext cx="795208" cy="923591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22648146-6C8A-4D49-9E62-328051785296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9853" y="432011"/>
            <a:ext cx="850695" cy="906048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79056561-191E-4B83-BF06-D8E989E5025E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64" r="7325" b="3084"/>
          <a:stretch/>
        </p:blipFill>
        <p:spPr>
          <a:xfrm>
            <a:off x="5508626" y="597105"/>
            <a:ext cx="1635829" cy="134580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8E92751-0EB8-4032-A768-DBF336D2DAED}"/>
                  </a:ext>
                </a:extLst>
              </p:cNvPr>
              <p:cNvSpPr txBox="1"/>
              <p:nvPr/>
            </p:nvSpPr>
            <p:spPr>
              <a:xfrm rot="16200000">
                <a:off x="5195222" y="1097484"/>
                <a:ext cx="43927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8E92751-0EB8-4032-A768-DBF336D2D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195222" y="1097484"/>
                <a:ext cx="439271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6A628A5-C37B-458D-B1B6-C9208DDCE130}"/>
                  </a:ext>
                </a:extLst>
              </p:cNvPr>
              <p:cNvSpPr txBox="1"/>
              <p:nvPr/>
            </p:nvSpPr>
            <p:spPr>
              <a:xfrm>
                <a:off x="6215226" y="1907814"/>
                <a:ext cx="43927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𝐿𝐴𝐼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6A628A5-C37B-458D-B1B6-C9208DDCE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5226" y="1907814"/>
                <a:ext cx="439271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734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Oriane BRAUD</dc:creator>
  <cp:lastModifiedBy>Oriane BRAUD</cp:lastModifiedBy>
  <cp:revision>1</cp:revision>
  <dcterms:created xsi:type="dcterms:W3CDTF">2026-04-07T07:54:27Z</dcterms:created>
  <dcterms:modified xsi:type="dcterms:W3CDTF">2026-04-07T07:55:20Z</dcterms:modified>
</cp:coreProperties>
</file>